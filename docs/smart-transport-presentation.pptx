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7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ry Nizam" userId="a19add664c4ebe82" providerId="LiveId" clId="{71035029-5EDD-4845-A29B-4DFFC9102F9F}"/>
    <pc:docChg chg="modSld">
      <pc:chgData name="Afry Nizam" userId="a19add664c4ebe82" providerId="LiveId" clId="{71035029-5EDD-4845-A29B-4DFFC9102F9F}" dt="2026-05-02T12:26:28.084" v="16" actId="1076"/>
      <pc:docMkLst>
        <pc:docMk/>
      </pc:docMkLst>
      <pc:sldChg chg="modSp mod">
        <pc:chgData name="Afry Nizam" userId="a19add664c4ebe82" providerId="LiveId" clId="{71035029-5EDD-4845-A29B-4DFFC9102F9F}" dt="2026-05-02T12:24:44.752" v="1" actId="113"/>
        <pc:sldMkLst>
          <pc:docMk/>
          <pc:sldMk cId="560709279" sldId="257"/>
        </pc:sldMkLst>
        <pc:spChg chg="mod">
          <ac:chgData name="Afry Nizam" userId="a19add664c4ebe82" providerId="LiveId" clId="{71035029-5EDD-4845-A29B-4DFFC9102F9F}" dt="2026-05-02T12:24:44.752" v="1" actId="113"/>
          <ac:spMkLst>
            <pc:docMk/>
            <pc:sldMk cId="560709279" sldId="257"/>
            <ac:spMk id="2" creationId="{7BBB21F9-4D7E-4C54-A94E-05AF4B1C9FBD}"/>
          </ac:spMkLst>
        </pc:spChg>
      </pc:sldChg>
      <pc:sldChg chg="modSp mod">
        <pc:chgData name="Afry Nizam" userId="a19add664c4ebe82" providerId="LiveId" clId="{71035029-5EDD-4845-A29B-4DFFC9102F9F}" dt="2026-05-02T12:25:09.642" v="4" actId="113"/>
        <pc:sldMkLst>
          <pc:docMk/>
          <pc:sldMk cId="2659209312" sldId="260"/>
        </pc:sldMkLst>
        <pc:spChg chg="mod">
          <ac:chgData name="Afry Nizam" userId="a19add664c4ebe82" providerId="LiveId" clId="{71035029-5EDD-4845-A29B-4DFFC9102F9F}" dt="2026-05-02T12:25:09.642" v="4" actId="113"/>
          <ac:spMkLst>
            <pc:docMk/>
            <pc:sldMk cId="2659209312" sldId="260"/>
            <ac:spMk id="2" creationId="{F09AABF3-32FD-4FA0-A3A6-20AD82DC96AE}"/>
          </ac:spMkLst>
        </pc:spChg>
        <pc:spChg chg="mod">
          <ac:chgData name="Afry Nizam" userId="a19add664c4ebe82" providerId="LiveId" clId="{71035029-5EDD-4845-A29B-4DFFC9102F9F}" dt="2026-05-02T12:25:01.942" v="3" actId="1076"/>
          <ac:spMkLst>
            <pc:docMk/>
            <pc:sldMk cId="2659209312" sldId="260"/>
            <ac:spMk id="3" creationId="{F764D681-9F35-4896-A802-983DF13F047D}"/>
          </ac:spMkLst>
        </pc:spChg>
      </pc:sldChg>
      <pc:sldChg chg="modSp mod">
        <pc:chgData name="Afry Nizam" userId="a19add664c4ebe82" providerId="LiveId" clId="{71035029-5EDD-4845-A29B-4DFFC9102F9F}" dt="2026-05-02T12:25:29.895" v="7" actId="113"/>
        <pc:sldMkLst>
          <pc:docMk/>
          <pc:sldMk cId="370674780" sldId="261"/>
        </pc:sldMkLst>
        <pc:spChg chg="mod">
          <ac:chgData name="Afry Nizam" userId="a19add664c4ebe82" providerId="LiveId" clId="{71035029-5EDD-4845-A29B-4DFFC9102F9F}" dt="2026-05-02T12:25:29.895" v="7" actId="113"/>
          <ac:spMkLst>
            <pc:docMk/>
            <pc:sldMk cId="370674780" sldId="261"/>
            <ac:spMk id="2" creationId="{F8017FEB-C679-4587-B8C7-62E0209453E3}"/>
          </ac:spMkLst>
        </pc:spChg>
        <pc:spChg chg="mod">
          <ac:chgData name="Afry Nizam" userId="a19add664c4ebe82" providerId="LiveId" clId="{71035029-5EDD-4845-A29B-4DFFC9102F9F}" dt="2026-05-02T12:25:25.605" v="6" actId="1076"/>
          <ac:spMkLst>
            <pc:docMk/>
            <pc:sldMk cId="370674780" sldId="261"/>
            <ac:spMk id="3" creationId="{C59A14D1-5D78-4A0B-BF53-D71900D90B4F}"/>
          </ac:spMkLst>
        </pc:spChg>
      </pc:sldChg>
      <pc:sldChg chg="modSp mod">
        <pc:chgData name="Afry Nizam" userId="a19add664c4ebe82" providerId="LiveId" clId="{71035029-5EDD-4845-A29B-4DFFC9102F9F}" dt="2026-05-02T12:25:47.868" v="11" actId="1076"/>
        <pc:sldMkLst>
          <pc:docMk/>
          <pc:sldMk cId="2844959892" sldId="262"/>
        </pc:sldMkLst>
        <pc:spChg chg="mod">
          <ac:chgData name="Afry Nizam" userId="a19add664c4ebe82" providerId="LiveId" clId="{71035029-5EDD-4845-A29B-4DFFC9102F9F}" dt="2026-05-02T12:25:47.868" v="11" actId="1076"/>
          <ac:spMkLst>
            <pc:docMk/>
            <pc:sldMk cId="2844959892" sldId="262"/>
            <ac:spMk id="2" creationId="{3ED3BD7B-33F6-4026-A0CC-2183876B702C}"/>
          </ac:spMkLst>
        </pc:spChg>
        <pc:spChg chg="mod">
          <ac:chgData name="Afry Nizam" userId="a19add664c4ebe82" providerId="LiveId" clId="{71035029-5EDD-4845-A29B-4DFFC9102F9F}" dt="2026-05-02T12:25:36.053" v="8" actId="1076"/>
          <ac:spMkLst>
            <pc:docMk/>
            <pc:sldMk cId="2844959892" sldId="262"/>
            <ac:spMk id="3" creationId="{DBA05E45-0FEA-48C7-8627-A1E057DFE488}"/>
          </ac:spMkLst>
        </pc:spChg>
      </pc:sldChg>
      <pc:sldChg chg="modSp mod">
        <pc:chgData name="Afry Nizam" userId="a19add664c4ebe82" providerId="LiveId" clId="{71035029-5EDD-4845-A29B-4DFFC9102F9F}" dt="2026-05-02T12:26:04.608" v="14" actId="1076"/>
        <pc:sldMkLst>
          <pc:docMk/>
          <pc:sldMk cId="2864578252" sldId="263"/>
        </pc:sldMkLst>
        <pc:spChg chg="mod">
          <ac:chgData name="Afry Nizam" userId="a19add664c4ebe82" providerId="LiveId" clId="{71035029-5EDD-4845-A29B-4DFFC9102F9F}" dt="2026-05-02T12:25:59.230" v="13" actId="1076"/>
          <ac:spMkLst>
            <pc:docMk/>
            <pc:sldMk cId="2864578252" sldId="263"/>
            <ac:spMk id="2" creationId="{9E0E709C-8B51-4C4C-96EE-687F2D396F8F}"/>
          </ac:spMkLst>
        </pc:spChg>
        <pc:spChg chg="mod">
          <ac:chgData name="Afry Nizam" userId="a19add664c4ebe82" providerId="LiveId" clId="{71035029-5EDD-4845-A29B-4DFFC9102F9F}" dt="2026-05-02T12:26:04.608" v="14" actId="1076"/>
          <ac:spMkLst>
            <pc:docMk/>
            <pc:sldMk cId="2864578252" sldId="263"/>
            <ac:spMk id="3" creationId="{40C09A38-063E-4E51-97DF-A45D375ACB0B}"/>
          </ac:spMkLst>
        </pc:spChg>
      </pc:sldChg>
      <pc:sldChg chg="modSp mod">
        <pc:chgData name="Afry Nizam" userId="a19add664c4ebe82" providerId="LiveId" clId="{71035029-5EDD-4845-A29B-4DFFC9102F9F}" dt="2026-05-02T12:26:28.084" v="16" actId="1076"/>
        <pc:sldMkLst>
          <pc:docMk/>
          <pc:sldMk cId="3063956740" sldId="264"/>
        </pc:sldMkLst>
        <pc:spChg chg="mod">
          <ac:chgData name="Afry Nizam" userId="a19add664c4ebe82" providerId="LiveId" clId="{71035029-5EDD-4845-A29B-4DFFC9102F9F}" dt="2026-05-02T12:26:28.084" v="16" actId="1076"/>
          <ac:spMkLst>
            <pc:docMk/>
            <pc:sldMk cId="3063956740" sldId="264"/>
            <ac:spMk id="2" creationId="{BB7BABDE-2030-4452-AD57-4BE7EB4B4A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16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5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1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84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68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67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87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11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72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82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41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0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1269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02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921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6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C8DD4-4013-402B-ABEE-ADD2D528795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94A1BD-AA3D-487D-8D41-C2FB07BFDB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9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?utm_source=copilot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7BC1-913E-456A-873E-B9F725D52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028" y="1770885"/>
            <a:ext cx="6023368" cy="2117507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latin typeface="Algerian" panose="04020705040A02060702" pitchFamily="82" charset="0"/>
              </a:rPr>
              <a:t>Smart Transport Route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AD7C7-1757-4BA6-BDF3-8C8D3FC70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0190" y="5659275"/>
            <a:ext cx="2802841" cy="1655762"/>
          </a:xfrm>
        </p:spPr>
        <p:txBody>
          <a:bodyPr>
            <a:normAutofit/>
          </a:bodyPr>
          <a:lstStyle/>
          <a:p>
            <a:pPr algn="l"/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Afry Nizam  </a:t>
            </a:r>
          </a:p>
          <a:p>
            <a:pPr algn="l"/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HND in Computing</a:t>
            </a:r>
          </a:p>
        </p:txBody>
      </p:sp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4635315" cy="6857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139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21F9-4D7E-4C54-A94E-05AF4B1C9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40713" y="348137"/>
            <a:ext cx="7957425" cy="802431"/>
          </a:xfrm>
        </p:spPr>
        <p:txBody>
          <a:bodyPr>
            <a:no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Structures Used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F15EC44-8607-41F1-A4CE-C7AD6F8C43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5491" y="1428292"/>
            <a:ext cx="6630038" cy="4001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Linked List stores route data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Queue processes passengers sequentially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Stack supports undo operations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Arrays store sorting values </a:t>
            </a:r>
            <a:r>
              <a:rPr lang="en-GB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GB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2009)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Structures improve system performance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70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568F-C5C1-4E34-B4C6-876CFDA1B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85411" y="206188"/>
            <a:ext cx="8915399" cy="865468"/>
          </a:xfrm>
        </p:spPr>
        <p:txBody>
          <a:bodyPr>
            <a:normAutofit/>
          </a:bodyPr>
          <a:lstStyle/>
          <a:p>
            <a:r>
              <a:rPr lang="en-GB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Implemented</a:t>
            </a: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FC7C99-BD55-490A-BAC3-9CDB060C22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8476" y="1478704"/>
            <a:ext cx="7858113" cy="330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Merge Sort sorts route data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finds route IDs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Queue maintains FIFO processing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Stack removes last operation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Algorithms increase system efficiency </a:t>
            </a:r>
            <a:r>
              <a:rPr lang="en-GB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GB" sz="24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2009)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05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8EF0-534E-4862-B2B1-15AACC07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061" y="292359"/>
            <a:ext cx="8596668" cy="1320800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4371E0-8574-4427-A36C-9F05199FF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061" y="1241762"/>
            <a:ext cx="5474576" cy="3862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Routes stored using Linked Lists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Passengers added into Queue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Sorting organizes route information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 feature corrects mistakes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improves transport management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3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ABF3-32FD-4FA0-A3A6-20AD82DC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4" y="-109714"/>
            <a:ext cx="8596668" cy="13208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GB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Evaluation</a:t>
            </a: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4D681-9F35-4896-A802-983DF13F0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69" y="1211086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 run constant time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run constant time </a:t>
            </a:r>
            <a:r>
              <a:rPr lang="en-GB" sz="2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(Goodrich et al., 2014)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Sort runs efficiently </a:t>
            </a:r>
            <a:r>
              <a:rPr lang="en-GB" sz="2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GB" sz="2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2009)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slower large datasets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improves system scalability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20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7FEB-C679-4587-B8C7-62E020945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268942"/>
            <a:ext cx="6915772" cy="968188"/>
          </a:xfrm>
        </p:spPr>
        <p:txBody>
          <a:bodyPr>
            <a:normAutofit/>
          </a:bodyPr>
          <a:lstStyle/>
          <a:p>
            <a:r>
              <a:rPr lang="en-GB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Benefits</a:t>
            </a: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14D1-5D78-4A0B-BF53-D71900D90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1" y="1322294"/>
            <a:ext cx="8175811" cy="36396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passenger request processing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route data management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transport scheduling errors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large transport networks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operational decision making </a:t>
            </a:r>
            <a:r>
              <a:rPr lang="en-GB" sz="2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(Goodrich et al., 2014)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BD7B-33F6-4026-A0CC-2183876B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94" y="391695"/>
            <a:ext cx="8596668" cy="1320800"/>
          </a:xfrm>
        </p:spPr>
        <p:txBody>
          <a:bodyPr>
            <a:normAutofit/>
          </a:bodyPr>
          <a:lstStyle/>
          <a:p>
            <a:r>
              <a:rPr lang="en-GB" sz="4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5E45-0FEA-48C7-8627-A1E057DFE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994" y="1407694"/>
            <a:ext cx="5741396" cy="37378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manages routes efficiently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 improves passenger processing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 supports reliable undo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increase system performance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meets scenario requirements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95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709C-8B51-4C4C-96EE-687F2D39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09" y="493059"/>
            <a:ext cx="8596668" cy="1320800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9A38-063E-4E51-97DF-A45D375A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09" y="1813859"/>
            <a:ext cx="7740525" cy="1999035"/>
          </a:xfrm>
        </p:spPr>
        <p:txBody>
          <a:bodyPr/>
          <a:lstStyle/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T.H.,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C.E., Rivest, R.L. and Stein, C., 2009.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MIT Press. Goodrich, M.T.,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Tamassia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and Goldwasser, M.H., 2014.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Java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Wiley. Weiss, M.A., 2013.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Java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Pearson. Oracle, 2023.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docs.oracle.com"/>
              </a:rPr>
              <a:t>https://docs.oracle.com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57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ABDE-2030-4452-AD57-4BE7EB4B4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910" y="2088775"/>
            <a:ext cx="5687608" cy="2017059"/>
          </a:xfrm>
        </p:spPr>
        <p:txBody>
          <a:bodyPr>
            <a:noAutofit/>
          </a:bodyPr>
          <a:lstStyle/>
          <a:p>
            <a:r>
              <a:rPr lang="en-GB" sz="7200" dirty="0">
                <a:latin typeface="Algerian" panose="04020705040A020607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639567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293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Times New Roman</vt:lpstr>
      <vt:lpstr>Trebuchet MS</vt:lpstr>
      <vt:lpstr>Wingdings 3</vt:lpstr>
      <vt:lpstr>Facet</vt:lpstr>
      <vt:lpstr>Smart Transport Route Management System</vt:lpstr>
      <vt:lpstr>Data Structures Used</vt:lpstr>
      <vt:lpstr>Algorithms Implemented</vt:lpstr>
      <vt:lpstr>Problem Solution</vt:lpstr>
      <vt:lpstr>Complexity Evaluation</vt:lpstr>
      <vt:lpstr>System Benefits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Transport Route Management System</dc:title>
  <dc:creator>Afry Nizam</dc:creator>
  <cp:lastModifiedBy>Afry Nizam</cp:lastModifiedBy>
  <cp:revision>10</cp:revision>
  <dcterms:created xsi:type="dcterms:W3CDTF">2026-04-27T12:31:56Z</dcterms:created>
  <dcterms:modified xsi:type="dcterms:W3CDTF">2026-10-16T04:25:15Z</dcterms:modified>
</cp:coreProperties>
</file>